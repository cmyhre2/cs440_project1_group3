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1A00"/>
    <a:srgbClr val="FF2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BE732-E8EA-CC2D-8908-DFF85A1B36CB}" v="79" dt="2025-10-08T00:48:03.427"/>
    <p1510:client id="{34A0C8B7-EDF8-520E-BE2E-E97A51888A30}" v="5" dt="2025-10-08T16:13:27.852"/>
    <p1510:client id="{995B6C4D-1E79-74BD-79E2-0715E5BBA116}" v="295" dt="2025-10-08T03:18:04.321"/>
    <p1510:client id="{D4C127D5-1AA7-E839-30BD-92822C103E3D}" v="4" dt="2025-10-07T23:56:09.453"/>
    <p1510:client id="{D9F50C6C-4F3B-33E1-44B6-520D99539DC5}" v="222" dt="2025-10-07T22:28:1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D2025-75D6-4C70-8A07-E6C536E3CFB4}" type="datetimeFigureOut"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32643-8307-4AEE-A458-4C4556E1C90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0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32643-8307-4AEE-A458-4C4556E1C90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59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64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0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1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92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4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626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9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2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2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5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8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6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43BA-1A0B-D9C5-9234-80F441C42A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D6A05-56FC-60BD-87D6-46EA56481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 3: Josh, Chris, and Tristan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D9BC8-01A5-46A3-49C0-C75D6BDA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6718-543E-4C0F-B1A9-3E642061D488}" type="datetime1">
              <a:t>10/17/2025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66E7-7CD7-6691-E1D0-713489C0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</a:t>
            </a:fld>
            <a:endParaRPr lang="en-US" dirty="0"/>
          </a:p>
        </p:txBody>
      </p:sp>
      <p:pic>
        <p:nvPicPr>
          <p:cNvPr id="5" name="Picture 4" descr="A red cartoon car with a smiling face&#10;&#10;AI-generated content may be incorrect.">
            <a:extLst>
              <a:ext uri="{FF2B5EF4-FFF2-40B4-BE49-F238E27FC236}">
                <a16:creationId xmlns:a16="http://schemas.microsoft.com/office/drawing/2014/main" id="{CD1E5456-85CC-749A-1A37-FD08E3321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5" y="103414"/>
            <a:ext cx="47625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B33D-D94F-B112-F5E0-4B729DD2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Introduction and Assigned Classes</a:t>
            </a:r>
          </a:p>
        </p:txBody>
      </p:sp>
      <p:pic>
        <p:nvPicPr>
          <p:cNvPr id="3" name="Content Placeholder 2" descr="A red and silver logo&#10;&#10;AI-generated content may be incorrect.">
            <a:extLst>
              <a:ext uri="{FF2B5EF4-FFF2-40B4-BE49-F238E27FC236}">
                <a16:creationId xmlns:a16="http://schemas.microsoft.com/office/drawing/2014/main" id="{F268E2FE-6754-D6AA-1B26-EA1FD70A56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5042" y="2596886"/>
            <a:ext cx="4937760" cy="2874926"/>
          </a:xfrm>
          <a:prstGeom prst="rect">
            <a:avLst/>
          </a:prstGeom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4864A5C-F295-D1E4-5D45-FF330B0926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the classes, Chris had Jeep, Josh had Kia, and Tristan had Volkswagen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4E364-E668-4BAD-ACAF-E0258D9E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CE932DA-FF73-4F64-B3A9-D23144C482A5}" type="datetime1">
              <a:rPr lang="en-US"/>
              <a:pPr>
                <a:spcAft>
                  <a:spcPts val="600"/>
                </a:spcAft>
              </a:pPr>
              <a:t>10/17/2025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6C4B390F-649B-2010-8EB7-31F71A3A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51A46-85EB-3CFF-5B2E-372FDAE5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15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0DDF-9BEB-BA5C-B273-C8CED94E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&amp;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EA230-3A0F-A389-7C76-DAF3F2CB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6265734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Training Set: 100 web scraped images per class</a:t>
            </a:r>
          </a:p>
          <a:p>
            <a:r>
              <a:rPr lang="en-US" dirty="0"/>
              <a:t>Validation Set: 20 images per class (drone pictures + web scraped)</a:t>
            </a:r>
          </a:p>
          <a:p>
            <a:r>
              <a:rPr lang="en-US" dirty="0"/>
              <a:t>Test Set: 2 images per class</a:t>
            </a:r>
          </a:p>
          <a:p>
            <a:r>
              <a:rPr lang="en-US" dirty="0"/>
              <a:t>(Taken with drone)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3EC8-2DE6-99CB-C2DC-819CD561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FC041-0C63-4B60-B472-E84C32A0DF20}" type="datetime1"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77F2-3BA8-384B-26AE-C1BD2308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6D474-789C-D71B-EDBD-16253E3A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 dirty="0"/>
          </a:p>
        </p:txBody>
      </p:sp>
      <p:pic>
        <p:nvPicPr>
          <p:cNvPr id="7" name="Picture 6" descr="DJI Mini 4K | DJI Mini 2 SE - Make Your Moments Fly - DJI">
            <a:extLst>
              <a:ext uri="{FF2B5EF4-FFF2-40B4-BE49-F238E27FC236}">
                <a16:creationId xmlns:a16="http://schemas.microsoft.com/office/drawing/2014/main" id="{084F8D23-CD50-B79F-FA42-1683555A6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85" y="2057399"/>
            <a:ext cx="5343646" cy="1865454"/>
          </a:xfrm>
          <a:prstGeom prst="rect">
            <a:avLst/>
          </a:prstGeom>
        </p:spPr>
      </p:pic>
      <p:pic>
        <p:nvPicPr>
          <p:cNvPr id="9" name="Picture 8" descr="Download Jeep PNG Image for Free">
            <a:extLst>
              <a:ext uri="{FF2B5EF4-FFF2-40B4-BE49-F238E27FC236}">
                <a16:creationId xmlns:a16="http://schemas.microsoft.com/office/drawing/2014/main" id="{7716D077-C82A-9DD0-5695-616041AE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324" y="3793603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69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F0CC-6572-F338-EFFF-562BB935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12FB-E540-CBB4-4FE8-EC598256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Epochs: 30</a:t>
            </a:r>
          </a:p>
          <a:p>
            <a:r>
              <a:rPr lang="en-US" dirty="0"/>
              <a:t>Best Top-1 Accuracy: 0.5</a:t>
            </a:r>
          </a:p>
          <a:p>
            <a:r>
              <a:rPr lang="en-US" dirty="0"/>
              <a:t>Minimum Training Loss: 0.02348</a:t>
            </a:r>
          </a:p>
          <a:p>
            <a:r>
              <a:rPr lang="en-US" dirty="0"/>
              <a:t>Minimum Validation Result: 1.52688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28446-E732-3C42-5B94-5148EB30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8015-B80A-4050-9EBC-C861569FF8BF}" type="datetime1"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C45D8-AD2F-EC29-E329-291CE177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6875E-1356-6CAC-471D-9B4C5B89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3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2527-9F86-8D0A-7D9E-82F108BB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62D18-9515-CC01-2A62-6F267A4B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EFB6A-972C-4330-8422-517A7120039C}" type="datetime1"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EDD95-20B6-A34D-2CFB-BB2A218D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7F641-80E2-C60E-D261-F2CEFF1E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 dirty="0"/>
          </a:p>
        </p:txBody>
      </p:sp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37CE47E-1913-8A42-53D6-DB592BB63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75" y="2025040"/>
            <a:ext cx="5772412" cy="4331919"/>
          </a:xfrm>
          <a:prstGeom prst="rect">
            <a:avLst/>
          </a:prstGeom>
        </p:spPr>
      </p:pic>
      <p:pic>
        <p:nvPicPr>
          <p:cNvPr id="7" name="Picture 6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2C5F58AD-B27C-FB87-3B5B-10DDBE0B1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807" y="2025040"/>
            <a:ext cx="4321481" cy="427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4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9C8F-9764-9868-A11D-5977229F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9C3B5-FCF0-4DC1-B305-B0D71679408F}" type="datetime1"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336BD-BB3B-23F2-0D93-D46D62A0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5C59A-4D85-1762-5A67-43BA5335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 dirty="0"/>
          </a:p>
        </p:txBody>
      </p:sp>
      <p:pic>
        <p:nvPicPr>
          <p:cNvPr id="7" name="Picture 6" descr="A blue car parked on a dirt road&#10;&#10;AI-generated content may be incorrect.">
            <a:extLst>
              <a:ext uri="{FF2B5EF4-FFF2-40B4-BE49-F238E27FC236}">
                <a16:creationId xmlns:a16="http://schemas.microsoft.com/office/drawing/2014/main" id="{C0A03A16-9879-BBF4-516A-5FED7A28F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1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F647-EF11-A7BD-3EA2-29F057D0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6918-B837-8E04-AA51-77BF82E7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More epochs = higher accuracy?</a:t>
            </a:r>
          </a:p>
          <a:p>
            <a:r>
              <a:rPr lang="en-US" dirty="0"/>
              <a:t>Better drone angles = better results</a:t>
            </a:r>
          </a:p>
          <a:p>
            <a:r>
              <a:rPr lang="en-US" dirty="0"/>
              <a:t>Possibly a bigger dataset = higher accuracy</a:t>
            </a:r>
          </a:p>
          <a:p>
            <a:r>
              <a:rPr lang="en-US" dirty="0"/>
              <a:t>Maybe a different model (Model used: YOLOv11)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90CD-D478-4538-FC94-3FE11085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2319-9CA7-4270-ADC3-6D196591BA78}" type="datetime1"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2553-402E-C40F-D14E-ED47344F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126B3-831D-18D6-043A-D5F3EB65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69773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AccentBoxVTI</vt:lpstr>
      <vt:lpstr>Car Classification</vt:lpstr>
      <vt:lpstr>Introduction and Assigned Classes</vt:lpstr>
      <vt:lpstr>Data Collection &amp; Samples</vt:lpstr>
      <vt:lpstr>Training Results</vt:lpstr>
      <vt:lpstr>Test Results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196</cp:revision>
  <dcterms:created xsi:type="dcterms:W3CDTF">2025-10-07T21:55:01Z</dcterms:created>
  <dcterms:modified xsi:type="dcterms:W3CDTF">2025-10-18T00:21:58Z</dcterms:modified>
</cp:coreProperties>
</file>